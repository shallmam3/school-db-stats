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79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62" userDrawn="1">
          <p15:clr>
            <a:srgbClr val="A4A3A4"/>
          </p15:clr>
        </p15:guide>
        <p15:guide id="2" orient="horz" pos="2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2923"/>
    <a:srgbClr val="E1041B"/>
    <a:srgbClr val="F90009"/>
    <a:srgbClr val="D90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8" autoAdjust="0"/>
    <p:restoredTop sz="94660"/>
  </p:normalViewPr>
  <p:slideViewPr>
    <p:cSldViewPr snapToGrid="0" showGuides="1">
      <p:cViewPr>
        <p:scale>
          <a:sx n="122" d="100"/>
          <a:sy n="122" d="100"/>
        </p:scale>
        <p:origin x="232" y="200"/>
      </p:cViewPr>
      <p:guideLst>
        <p:guide pos="3862"/>
        <p:guide orient="horz" pos="2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徽标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52" y="5420127"/>
            <a:ext cx="970548" cy="131755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9444557" y="112561"/>
            <a:ext cx="2451710" cy="814901"/>
            <a:chOff x="5434258" y="315019"/>
            <a:chExt cx="6140536" cy="204099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258" y="315019"/>
              <a:ext cx="6140536" cy="1902926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t="18392" r="6023" b="30603"/>
            <a:stretch>
              <a:fillRect/>
            </a:stretch>
          </p:blipFill>
          <p:spPr>
            <a:xfrm>
              <a:off x="5820396" y="1784031"/>
              <a:ext cx="5754398" cy="571984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442" y="79532"/>
            <a:ext cx="2675021" cy="8289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rcRect t="18392" r="6023" b="30603"/>
          <a:stretch>
            <a:fillRect/>
          </a:stretch>
        </p:blipFill>
        <p:spPr>
          <a:xfrm>
            <a:off x="243645" y="6339833"/>
            <a:ext cx="3466207" cy="34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rgbClr val="FFC000">
                <a:lumMod val="52000"/>
                <a:lumOff val="48000"/>
                <a:alpha val="61000"/>
              </a:srgbClr>
            </a:gs>
            <a:gs pos="77000">
              <a:srgbClr val="D1020E">
                <a:alpha val="90000"/>
              </a:srgbClr>
            </a:gs>
            <a:gs pos="61000">
              <a:srgbClr val="E1041B">
                <a:alpha val="88000"/>
              </a:srgbClr>
            </a:gs>
            <a:gs pos="97000">
              <a:srgbClr val="C00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227320" y="2494280"/>
            <a:ext cx="6718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题目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845" y="129793"/>
            <a:ext cx="3833546" cy="118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 descr="徽标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46" y="326807"/>
            <a:ext cx="4167024" cy="5656898"/>
          </a:xfrm>
          <a:prstGeom prst="rect">
            <a:avLst/>
          </a:prstGeom>
          <a:effectLst>
            <a:outerShdw blurRad="50800" dist="190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7035165" y="4884469"/>
            <a:ext cx="3102610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中粮可口可乐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四川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有限公司</a:t>
            </a:r>
          </a:p>
          <a:p>
            <a:pPr algn="ctr"/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270173" y="226884"/>
            <a:ext cx="355678" cy="355678"/>
          </a:xfrm>
          <a:custGeom>
            <a:avLst/>
            <a:gdLst/>
            <a:ahLst/>
            <a:cxnLst/>
            <a:rect l="l" t="t" r="r" b="b"/>
            <a:pathLst>
              <a:path w="355678" h="355678">
                <a:moveTo>
                  <a:pt x="0" y="0"/>
                </a:moveTo>
                <a:moveTo>
                  <a:pt x="0" y="0"/>
                </a:moveTo>
                <a:lnTo>
                  <a:pt x="355678" y="0"/>
                </a:lnTo>
                <a:lnTo>
                  <a:pt x="355678" y="355678"/>
                </a:lnTo>
                <a:lnTo>
                  <a:pt x="0" y="355678"/>
                </a:lnTo>
                <a:close/>
              </a:path>
            </a:pathLst>
          </a:custGeom>
          <a:solidFill>
            <a:srgbClr val="FF0000">
              <a:alpha val="0"/>
            </a:srgbClr>
          </a:solidFill>
          <a:ln w="952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Shape 1"/>
          <p:cNvSpPr/>
          <p:nvPr/>
        </p:nvSpPr>
        <p:spPr>
          <a:xfrm>
            <a:off x="337705" y="294416"/>
            <a:ext cx="355678" cy="355678"/>
          </a:xfrm>
          <a:custGeom>
            <a:avLst/>
            <a:gdLst/>
            <a:ahLst/>
            <a:cxnLst/>
            <a:rect l="l" t="t" r="r" b="b"/>
            <a:pathLst>
              <a:path w="355678" h="355678">
                <a:moveTo>
                  <a:pt x="0" y="0"/>
                </a:moveTo>
                <a:moveTo>
                  <a:pt x="0" y="0"/>
                </a:moveTo>
                <a:lnTo>
                  <a:pt x="355678" y="0"/>
                </a:lnTo>
                <a:lnTo>
                  <a:pt x="355678" y="355678"/>
                </a:lnTo>
                <a:lnTo>
                  <a:pt x="0" y="355678"/>
                </a:lnTo>
                <a:close/>
              </a:path>
            </a:pathLst>
          </a:custGeom>
          <a:solidFill>
            <a:srgbClr val="FF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Text 2"/>
          <p:cNvSpPr/>
          <p:nvPr/>
        </p:nvSpPr>
        <p:spPr>
          <a:xfrm>
            <a:off x="821810" y="145881"/>
            <a:ext cx="3877937" cy="5633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113000"/>
              </a:lnSpc>
              <a:spcBef>
                <a:spcPts val="375"/>
              </a:spcBef>
            </a:pPr>
            <a:r>
              <a:rPr lang="en-US" altLang="zh-CN" sz="2305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xxx</a:t>
            </a:r>
            <a:endParaRPr lang="zh-CN" altLang="en-US" sz="2305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D710C-BCD6-EF00-6B0B-268C0C88063B}"/>
              </a:ext>
            </a:extLst>
          </p:cNvPr>
          <p:cNvSpPr txBox="1"/>
          <p:nvPr/>
        </p:nvSpPr>
        <p:spPr>
          <a:xfrm>
            <a:off x="270173" y="1114097"/>
            <a:ext cx="11732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4331858" y="2609002"/>
            <a:ext cx="7246072" cy="15650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7000">
                <a:srgbClr val="FFC000">
                  <a:lumMod val="52000"/>
                  <a:lumOff val="48000"/>
                </a:srgbClr>
              </a:gs>
              <a:gs pos="77000">
                <a:srgbClr val="D1020E">
                  <a:alpha val="90000"/>
                </a:srgbClr>
              </a:gs>
              <a:gs pos="57000">
                <a:srgbClr val="E1041B">
                  <a:alpha val="88000"/>
                </a:srgbClr>
              </a:gs>
              <a:gs pos="97000">
                <a:srgbClr val="C000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50800" dist="190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252173" y="2883692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i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100" y="2784848"/>
            <a:ext cx="4163831" cy="1290354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图片 1" descr="徽标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76" y="874294"/>
            <a:ext cx="3763730" cy="5109411"/>
          </a:xfrm>
          <a:prstGeom prst="rect">
            <a:avLst/>
          </a:prstGeom>
          <a:effectLst>
            <a:outerShdw blurRad="50800" dist="1905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Macintosh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微软雅黑</vt:lpstr>
      <vt:lpstr>Arial</vt:lpstr>
      <vt:lpstr>1_自定义设计方案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常春林(总部)</dc:creator>
  <cp:lastModifiedBy>泓飞 成</cp:lastModifiedBy>
  <cp:revision>118</cp:revision>
  <dcterms:created xsi:type="dcterms:W3CDTF">2019-03-14T07:16:00Z</dcterms:created>
  <dcterms:modified xsi:type="dcterms:W3CDTF">2025-12-11T13:51:24Z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5D49CAB93E154D2C85A21ACD99ACD426_12</vt:lpwstr>
  </property>
  <property fmtid="{D5CDD505-2E9C-101B-9397-08002B2CF9AE}" pid="3" name="KSOProductBuildVer">
    <vt:lpwstr>2052-12.1.0.19770</vt:lpwstr>
  </property>
</Properties>
</file>